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862"/>
    <a:srgbClr val="156082"/>
    <a:srgbClr val="FFDC51"/>
    <a:srgbClr val="FFFAE7"/>
    <a:srgbClr val="FFE365"/>
    <a:srgbClr val="FFE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7728423-B19B-9F22-8D92-3B7BE345D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BE72F97-8F2E-06FD-DA8E-512B9C24E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E59888B-C639-2615-B996-0C0A602E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4E8DE5A-0176-39FD-B248-882605B7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4E72906-0388-3CD2-50A5-7B378580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4789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6F7A3F1-DA69-C20F-B95E-4EF102BB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2979DA2-31FF-0834-51E7-09869EEFD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ACD1CB8-5B8B-9488-E233-34341B28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E25950A-902E-E6F7-C365-C2F330DCA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B2E1AE9-895C-915A-7C78-20E27151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999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909605-F694-BC26-5464-02E34D34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8653AC3-372E-CCBB-4D88-FAAD4CA85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B82E2F0-6951-73B4-5483-9D98E62B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1A7EE92-FF8A-9396-3529-494DA794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EA5ECAC-9A49-0AE1-0300-856E57E0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591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DE1181-F9BE-9BE0-69C4-F077CC40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DA6A174-E55B-3F19-EE8D-93B9ACCB9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8E313BF-E24D-8CC0-B29A-057C9AD40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63E2F58-238B-E726-5C1A-949D254D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DD699DC-FF8D-14AB-4862-6F5413B06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45957C2-8413-1FEB-1FCD-424CC8C4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0324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C0CD795-92CC-978E-1A99-3C3B0D6F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DE0BB7B-3E60-7D34-384E-8BCF05E6A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E131B578-7298-E112-C686-A7CBE4E15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5F2B92C3-422D-080D-A4BE-0B40B1570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1C887A45-85F6-AFD0-0581-E44848D13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1BB61DEA-30B7-7FF5-7FB3-5CBA0247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552E4E9-552A-5A1D-3EE0-B4AE5058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1CE92AF9-0380-A787-C4A2-781478BE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929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9DF38C-5D85-0F34-AAEC-1DCE1DC3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682E6275-F149-6086-CA2C-F11A4760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825D1BC5-093B-29A8-4B04-C1C4B5FB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4907F66D-F1B0-D5E8-5BE5-323DD8FE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333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5BBF5878-8786-A012-BE06-88C81754B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4BC234B4-F8B7-05E6-F5B8-43533083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13343CFC-72DC-58C2-9789-508F10BD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4510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0B34149-C93F-3970-8CEF-646DB08F9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87C1056-1682-AC00-A66D-F3DF27A0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4B36E3EE-F82D-090F-D1CD-498616428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D6C7E37-F25A-9918-775A-70DB193C1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F4EC95B-8ADB-312D-51CF-C7636E68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4958F3D4-7998-832A-BDB2-D07F7447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1645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66D2A5D-EA94-473D-95D1-8BE193B4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1D5B0D54-6C30-8261-9347-203342BB2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EA3642C-E1EE-2480-E26D-F28EEC5F9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C91D573-86D9-4F4F-EA59-26320DE5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97635F27-AC63-25A2-8D13-4EEB2B29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EBFD6D5-6842-34B1-0143-F891EE3E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10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FFFD4FC-9FAD-DED3-FE88-A54062A2A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918CA880-4FEB-7B47-1243-C745624C0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F97A981-10B5-3BE6-C958-17A2029F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EECA029-393F-1458-EB1C-158048C1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52F8AE7-9AE4-28B3-3FD7-06D17965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474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378F153A-408E-C5AD-3726-83F7469C3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38F84BD-ABFB-83AA-ADAA-4958B2071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C12DA54-4D57-E990-DEB6-4EEC3355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BF90AD5-3D91-0CAA-F4F4-8E262EB1D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8BB384C-DF46-BDC6-D71C-54229BA1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9259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BAC7239D-367A-E83E-68D3-C312AD89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22C6E98-9DE6-748E-B057-02552E159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723560C-B276-D04E-0ECA-BB64673BD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84E63-5214-4FC1-BE3F-F3051F7A029B}" type="datetimeFigureOut">
              <a:rPr lang="nb-NO" smtClean="0"/>
              <a:t>21.04.2024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E7473A3-73B2-43BD-7F66-A909F2B79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70B8C19-113D-250E-58DB-B0DE629CF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1EC76-8D61-47B1-B9A0-6C2D583FC1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0634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FAAAAD-FF23-4E9C-67B6-473E57FB2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nb-NO" dirty="0" err="1"/>
              <a:t>Learn</a:t>
            </a:r>
            <a:r>
              <a:rPr lang="nb-NO" dirty="0"/>
              <a:t> </a:t>
            </a:r>
            <a:r>
              <a:rPr lang="nb-NO" dirty="0" err="1"/>
              <a:t>python</a:t>
            </a:r>
            <a:r>
              <a:rPr lang="nb-NO" dirty="0"/>
              <a:t> nettside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B123C71-01D9-B6F6-458E-D7BE919B2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772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74986FA6-6AF6-A191-C393-7C62615400F6}"/>
              </a:ext>
            </a:extLst>
          </p:cNvPr>
          <p:cNvSpPr/>
          <p:nvPr/>
        </p:nvSpPr>
        <p:spPr>
          <a:xfrm>
            <a:off x="0" y="-8767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4D12D19-5DB7-5C8E-0069-0B4F626F8827}"/>
              </a:ext>
            </a:extLst>
          </p:cNvPr>
          <p:cNvSpPr>
            <a:spLocks/>
          </p:cNvSpPr>
          <p:nvPr/>
        </p:nvSpPr>
        <p:spPr>
          <a:xfrm>
            <a:off x="189279" y="91409"/>
            <a:ext cx="552035" cy="52219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021725A-7D3F-01D9-7C4D-12EBE3311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3426"/>
            <a:ext cx="10515600" cy="617262"/>
          </a:xfrm>
          <a:solidFill>
            <a:srgbClr val="FFE05C"/>
          </a:solidFill>
        </p:spPr>
        <p:txBody>
          <a:bodyPr>
            <a:normAutofit fontScale="90000"/>
          </a:bodyPr>
          <a:lstStyle/>
          <a:p>
            <a:pPr algn="ctr"/>
            <a:r>
              <a:rPr lang="nb-NO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</a:t>
            </a:r>
            <a:r>
              <a:rPr lang="nb-NO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b-NO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r>
              <a:rPr lang="nb-NO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nb-NO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</a:t>
            </a:r>
            <a:r>
              <a:rPr lang="nb-NO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40971E2-AF4F-BE5A-D129-A76C38D32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6692"/>
            <a:ext cx="4222750" cy="4351338"/>
          </a:xfrm>
        </p:spPr>
        <p:txBody>
          <a:bodyPr/>
          <a:lstStyle/>
          <a:p>
            <a:r>
              <a:rPr lang="nb-NO" dirty="0"/>
              <a:t>Option 1</a:t>
            </a:r>
          </a:p>
          <a:p>
            <a:pPr lvl="4"/>
            <a:r>
              <a:rPr lang="nb-NO" dirty="0"/>
              <a:t>Small info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challenge</a:t>
            </a:r>
            <a:endParaRPr lang="nb-NO" dirty="0"/>
          </a:p>
          <a:p>
            <a:pPr lvl="4"/>
            <a:endParaRPr lang="nb-NO" dirty="0"/>
          </a:p>
          <a:p>
            <a:r>
              <a:rPr lang="nb-NO" dirty="0"/>
              <a:t>Option 2 </a:t>
            </a:r>
          </a:p>
          <a:p>
            <a:pPr lvl="4"/>
            <a:r>
              <a:rPr lang="nb-NO" dirty="0"/>
              <a:t>Small info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challenge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r>
              <a:rPr lang="nb-NO" dirty="0"/>
              <a:t>Option 3</a:t>
            </a:r>
          </a:p>
          <a:p>
            <a:pPr lvl="4"/>
            <a:r>
              <a:rPr lang="nb-NO" dirty="0"/>
              <a:t>Small info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challenge</a:t>
            </a:r>
            <a:endParaRPr lang="nb-NO" dirty="0"/>
          </a:p>
          <a:p>
            <a:pPr lvl="4"/>
            <a:endParaRPr lang="nb-NO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0CDBE765-8436-1ADB-D248-5DBFCFCEB970}"/>
              </a:ext>
            </a:extLst>
          </p:cNvPr>
          <p:cNvSpPr txBox="1"/>
          <p:nvPr/>
        </p:nvSpPr>
        <p:spPr>
          <a:xfrm>
            <a:off x="1035049" y="141068"/>
            <a:ext cx="1466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New game					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A3AB6215-E3DA-F3DC-E0AB-E920F0DAB138}"/>
              </a:ext>
            </a:extLst>
          </p:cNvPr>
          <p:cNvSpPr txBox="1"/>
          <p:nvPr/>
        </p:nvSpPr>
        <p:spPr>
          <a:xfrm>
            <a:off x="9483725" y="160119"/>
            <a:ext cx="97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Log in</a:t>
            </a:r>
          </a:p>
        </p:txBody>
      </p:sp>
      <p:sp>
        <p:nvSpPr>
          <p:cNvPr id="13" name="Rektangel: avrundede hjørner 12">
            <a:extLst>
              <a:ext uri="{FF2B5EF4-FFF2-40B4-BE49-F238E27FC236}">
                <a16:creationId xmlns:a16="http://schemas.microsoft.com/office/drawing/2014/main" id="{20620B85-8F82-C29D-0BB5-96890F048152}"/>
              </a:ext>
            </a:extLst>
          </p:cNvPr>
          <p:cNvSpPr/>
          <p:nvPr/>
        </p:nvSpPr>
        <p:spPr>
          <a:xfrm>
            <a:off x="10360025" y="112090"/>
            <a:ext cx="1190624" cy="47251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DBDBA823-9472-4844-96A2-F97BB398E510}"/>
              </a:ext>
            </a:extLst>
          </p:cNvPr>
          <p:cNvSpPr txBox="1"/>
          <p:nvPr/>
        </p:nvSpPr>
        <p:spPr>
          <a:xfrm>
            <a:off x="10455274" y="141068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Sign</a:t>
            </a:r>
            <a:r>
              <a:rPr lang="nb-NO" dirty="0"/>
              <a:t> up</a:t>
            </a: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493CCF69-32DF-17FF-76F5-C541ED94C8A0}"/>
              </a:ext>
            </a:extLst>
          </p:cNvPr>
          <p:cNvSpPr txBox="1"/>
          <p:nvPr/>
        </p:nvSpPr>
        <p:spPr>
          <a:xfrm>
            <a:off x="2501899" y="141068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Leaderboard</a:t>
            </a:r>
            <a:endParaRPr lang="nb-NO" dirty="0"/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18ECCB1E-F8C9-CA66-F74D-DD07B3A4D17E}"/>
              </a:ext>
            </a:extLst>
          </p:cNvPr>
          <p:cNvSpPr txBox="1"/>
          <p:nvPr/>
        </p:nvSpPr>
        <p:spPr>
          <a:xfrm>
            <a:off x="4222750" y="142438"/>
            <a:ext cx="160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Challenges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86629305-6105-A5EB-C4E6-C0FB96B96FE8}"/>
              </a:ext>
            </a:extLst>
          </p:cNvPr>
          <p:cNvSpPr txBox="1"/>
          <p:nvPr/>
        </p:nvSpPr>
        <p:spPr>
          <a:xfrm>
            <a:off x="5835651" y="156507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Profile</a:t>
            </a:r>
            <a:endParaRPr lang="nb-NO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2C34685-381E-54CD-9AF5-AE87A847C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53" y="141068"/>
            <a:ext cx="445054" cy="4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ktangel 16">
            <a:extLst>
              <a:ext uri="{FF2B5EF4-FFF2-40B4-BE49-F238E27FC236}">
                <a16:creationId xmlns:a16="http://schemas.microsoft.com/office/drawing/2014/main" id="{4A9F8CB8-5612-DE60-34E9-DB5CCA017FBB}"/>
              </a:ext>
            </a:extLst>
          </p:cNvPr>
          <p:cNvSpPr/>
          <p:nvPr/>
        </p:nvSpPr>
        <p:spPr>
          <a:xfrm>
            <a:off x="1304924" y="2454791"/>
            <a:ext cx="927100" cy="476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73525344-C29F-2F02-D369-0ECE2671BFFE}"/>
              </a:ext>
            </a:extLst>
          </p:cNvPr>
          <p:cNvSpPr txBox="1"/>
          <p:nvPr/>
        </p:nvSpPr>
        <p:spPr>
          <a:xfrm>
            <a:off x="1444624" y="2508250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Start 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E36D001D-3FBD-3F22-1D37-F6B8DA6933AB}"/>
              </a:ext>
            </a:extLst>
          </p:cNvPr>
          <p:cNvSpPr/>
          <p:nvPr/>
        </p:nvSpPr>
        <p:spPr>
          <a:xfrm>
            <a:off x="1304924" y="3980419"/>
            <a:ext cx="927100" cy="476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538C90BF-9FAD-471E-305B-0A922A81974F}"/>
              </a:ext>
            </a:extLst>
          </p:cNvPr>
          <p:cNvSpPr txBox="1"/>
          <p:nvPr/>
        </p:nvSpPr>
        <p:spPr>
          <a:xfrm>
            <a:off x="1444624" y="4033878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Start </a:t>
            </a:r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8F290EB3-FBA9-BEC4-9030-D6727A0A398B}"/>
              </a:ext>
            </a:extLst>
          </p:cNvPr>
          <p:cNvSpPr/>
          <p:nvPr/>
        </p:nvSpPr>
        <p:spPr>
          <a:xfrm>
            <a:off x="1304924" y="5483863"/>
            <a:ext cx="927100" cy="476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71E466F2-0BBC-27DE-CCCE-8EF31AB8F6F1}"/>
              </a:ext>
            </a:extLst>
          </p:cNvPr>
          <p:cNvSpPr txBox="1"/>
          <p:nvPr/>
        </p:nvSpPr>
        <p:spPr>
          <a:xfrm>
            <a:off x="1444624" y="5537322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Start </a:t>
            </a: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C4E51D8E-381A-0800-67CC-A2D3781B4EAA}"/>
              </a:ext>
            </a:extLst>
          </p:cNvPr>
          <p:cNvSpPr/>
          <p:nvPr/>
        </p:nvSpPr>
        <p:spPr>
          <a:xfrm>
            <a:off x="6991350" y="2184400"/>
            <a:ext cx="3756026" cy="4073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0E998146-41C8-9417-E2E9-0BC9E66912FE}"/>
              </a:ext>
            </a:extLst>
          </p:cNvPr>
          <p:cNvSpPr txBox="1"/>
          <p:nvPr/>
        </p:nvSpPr>
        <p:spPr>
          <a:xfrm>
            <a:off x="7177088" y="2270125"/>
            <a:ext cx="3384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Topp 3 students</a:t>
            </a: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A68B53CB-E81A-EDEB-4EED-938B4F411973}"/>
              </a:ext>
            </a:extLst>
          </p:cNvPr>
          <p:cNvSpPr txBox="1"/>
          <p:nvPr/>
        </p:nvSpPr>
        <p:spPr>
          <a:xfrm>
            <a:off x="7226301" y="2819400"/>
            <a:ext cx="3378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nb-NO" dirty="0"/>
              <a:t>Student A        </a:t>
            </a:r>
            <a:r>
              <a:rPr lang="nb-NO" dirty="0" err="1"/>
              <a:t>points</a:t>
            </a:r>
            <a:r>
              <a:rPr lang="nb-NO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Student B        </a:t>
            </a:r>
            <a:r>
              <a:rPr lang="nb-NO" dirty="0" err="1"/>
              <a:t>points</a:t>
            </a:r>
            <a:r>
              <a:rPr lang="nb-NO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Student C        </a:t>
            </a:r>
            <a:r>
              <a:rPr lang="nb-NO" dirty="0" err="1"/>
              <a:t>points</a:t>
            </a:r>
            <a:r>
              <a:rPr lang="nb-NO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5824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kstSylinder 14">
            <a:extLst>
              <a:ext uri="{FF2B5EF4-FFF2-40B4-BE49-F238E27FC236}">
                <a16:creationId xmlns:a16="http://schemas.microsoft.com/office/drawing/2014/main" id="{D0BCB23C-4A2E-B7AC-CCBC-F5C6257C15D4}"/>
              </a:ext>
            </a:extLst>
          </p:cNvPr>
          <p:cNvSpPr txBox="1"/>
          <p:nvPr/>
        </p:nvSpPr>
        <p:spPr>
          <a:xfrm>
            <a:off x="1035049" y="2774950"/>
            <a:ext cx="47307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nb-NO" dirty="0"/>
              <a:t>Option</a:t>
            </a:r>
          </a:p>
          <a:p>
            <a:pPr marL="342900" indent="-342900">
              <a:buFont typeface="+mj-lt"/>
              <a:buAutoNum type="arabicPeriod"/>
            </a:pPr>
            <a:endParaRPr lang="nb-NO" dirty="0"/>
          </a:p>
          <a:p>
            <a:pPr marL="342900" indent="-342900">
              <a:buAutoNum type="arabicPeriod" startAt="2"/>
            </a:pPr>
            <a:r>
              <a:rPr lang="nb-NO" dirty="0"/>
              <a:t>Option</a:t>
            </a:r>
          </a:p>
          <a:p>
            <a:pPr marL="342900" indent="-342900">
              <a:buAutoNum type="arabicPeriod" startAt="2"/>
            </a:pPr>
            <a:endParaRPr lang="nb-NO" dirty="0"/>
          </a:p>
          <a:p>
            <a:pPr marL="342900" indent="-342900">
              <a:buAutoNum type="arabicPeriod" startAt="2"/>
            </a:pPr>
            <a:r>
              <a:rPr lang="nb-NO" dirty="0"/>
              <a:t>Option</a:t>
            </a:r>
          </a:p>
          <a:p>
            <a:pPr marL="342900" indent="-342900">
              <a:buAutoNum type="arabicPeriod" startAt="2"/>
            </a:pPr>
            <a:endParaRPr lang="nb-NO" dirty="0"/>
          </a:p>
          <a:p>
            <a:pPr marL="342900" indent="-342900">
              <a:buAutoNum type="arabicPeriod" startAt="2"/>
            </a:pPr>
            <a:r>
              <a:rPr lang="nb-NO" dirty="0" err="1"/>
              <a:t>Chosen</a:t>
            </a:r>
            <a:r>
              <a:rPr lang="nb-NO" dirty="0"/>
              <a:t> </a:t>
            </a:r>
            <a:r>
              <a:rPr lang="nb-NO" dirty="0" err="1"/>
              <a:t>option</a:t>
            </a:r>
            <a:endParaRPr lang="nb-NO" dirty="0"/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E5A10077-1EA2-742A-F4C2-D514C0003142}"/>
              </a:ext>
            </a:extLst>
          </p:cNvPr>
          <p:cNvSpPr/>
          <p:nvPr/>
        </p:nvSpPr>
        <p:spPr>
          <a:xfrm>
            <a:off x="1035049" y="4451350"/>
            <a:ext cx="3238500" cy="2921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C6F1CB-0C9A-83ED-83C5-A8B2F3E9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nb-NO" dirty="0"/>
            </a:br>
            <a:r>
              <a:rPr lang="nb-NO" dirty="0"/>
              <a:t>Challenge 1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E4BDF14-BDC8-6C43-962F-20C8A417B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225"/>
            <a:ext cx="5099050" cy="1019175"/>
          </a:xfrm>
        </p:spPr>
        <p:txBody>
          <a:bodyPr>
            <a:normAutofit/>
          </a:bodyPr>
          <a:lstStyle/>
          <a:p>
            <a:r>
              <a:rPr lang="nb-NO" dirty="0" err="1"/>
              <a:t>Question</a:t>
            </a:r>
            <a:r>
              <a:rPr lang="nb-NO" dirty="0"/>
              <a:t> </a:t>
            </a:r>
            <a:r>
              <a:rPr lang="nb-NO" dirty="0" err="1"/>
              <a:t>blalalalalalallalalallalalallallal</a:t>
            </a:r>
            <a:endParaRPr lang="nb-NO" dirty="0"/>
          </a:p>
          <a:p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6A1AE19-5E32-0166-E6AD-1A1C6F108B7B}"/>
              </a:ext>
            </a:extLst>
          </p:cNvPr>
          <p:cNvSpPr/>
          <p:nvPr/>
        </p:nvSpPr>
        <p:spPr>
          <a:xfrm>
            <a:off x="0" y="-8767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4A7A983-5E8D-8F5C-6A33-D4CAD71F708E}"/>
              </a:ext>
            </a:extLst>
          </p:cNvPr>
          <p:cNvSpPr>
            <a:spLocks/>
          </p:cNvSpPr>
          <p:nvPr/>
        </p:nvSpPr>
        <p:spPr>
          <a:xfrm>
            <a:off x="189279" y="91409"/>
            <a:ext cx="552035" cy="52219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AA64D932-81AB-980A-0105-3FFA5D14DE72}"/>
              </a:ext>
            </a:extLst>
          </p:cNvPr>
          <p:cNvSpPr txBox="1"/>
          <p:nvPr/>
        </p:nvSpPr>
        <p:spPr>
          <a:xfrm>
            <a:off x="1035049" y="141068"/>
            <a:ext cx="1466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New game					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6515749E-AEF2-F135-9D2B-F7802D829915}"/>
              </a:ext>
            </a:extLst>
          </p:cNvPr>
          <p:cNvSpPr txBox="1"/>
          <p:nvPr/>
        </p:nvSpPr>
        <p:spPr>
          <a:xfrm>
            <a:off x="9483725" y="160119"/>
            <a:ext cx="97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Log in</a:t>
            </a:r>
          </a:p>
        </p:txBody>
      </p:sp>
      <p:sp>
        <p:nvSpPr>
          <p:cNvPr id="8" name="Rektangel: avrundede hjørner 7">
            <a:extLst>
              <a:ext uri="{FF2B5EF4-FFF2-40B4-BE49-F238E27FC236}">
                <a16:creationId xmlns:a16="http://schemas.microsoft.com/office/drawing/2014/main" id="{01573F93-B9EA-6117-19D0-D19E80EFA1FC}"/>
              </a:ext>
            </a:extLst>
          </p:cNvPr>
          <p:cNvSpPr/>
          <p:nvPr/>
        </p:nvSpPr>
        <p:spPr>
          <a:xfrm>
            <a:off x="10360025" y="112090"/>
            <a:ext cx="1190624" cy="47251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F9F4A3D9-EAAE-7203-96E3-2A82A2EEDD0C}"/>
              </a:ext>
            </a:extLst>
          </p:cNvPr>
          <p:cNvSpPr txBox="1"/>
          <p:nvPr/>
        </p:nvSpPr>
        <p:spPr>
          <a:xfrm>
            <a:off x="10455274" y="141068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Sign</a:t>
            </a:r>
            <a:r>
              <a:rPr lang="nb-NO" dirty="0"/>
              <a:t> up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7723424F-01FD-BB43-71CE-77C7EC18CB0B}"/>
              </a:ext>
            </a:extLst>
          </p:cNvPr>
          <p:cNvSpPr txBox="1"/>
          <p:nvPr/>
        </p:nvSpPr>
        <p:spPr>
          <a:xfrm>
            <a:off x="2501899" y="141068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Leaderboard</a:t>
            </a:r>
            <a:endParaRPr lang="nb-NO" dirty="0"/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FAE6DB30-30EE-663F-0FA0-4E4E8B59D435}"/>
              </a:ext>
            </a:extLst>
          </p:cNvPr>
          <p:cNvSpPr txBox="1"/>
          <p:nvPr/>
        </p:nvSpPr>
        <p:spPr>
          <a:xfrm>
            <a:off x="4222750" y="142438"/>
            <a:ext cx="160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Challenges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2907E32-5BA3-B88F-CD5E-A0766A24F09C}"/>
              </a:ext>
            </a:extLst>
          </p:cNvPr>
          <p:cNvSpPr txBox="1"/>
          <p:nvPr/>
        </p:nvSpPr>
        <p:spPr>
          <a:xfrm>
            <a:off x="5835651" y="156507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Profile</a:t>
            </a:r>
            <a:endParaRPr lang="nb-NO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66D9CD8-0FD9-02D5-BE40-D85C9BE06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53" y="141068"/>
            <a:ext cx="445054" cy="4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ktangel 16">
            <a:extLst>
              <a:ext uri="{FF2B5EF4-FFF2-40B4-BE49-F238E27FC236}">
                <a16:creationId xmlns:a16="http://schemas.microsoft.com/office/drawing/2014/main" id="{7E17372F-DB6E-0397-2161-1086832D9D85}"/>
              </a:ext>
            </a:extLst>
          </p:cNvPr>
          <p:cNvSpPr/>
          <p:nvPr/>
        </p:nvSpPr>
        <p:spPr>
          <a:xfrm>
            <a:off x="7199311" y="1001320"/>
            <a:ext cx="3756026" cy="4073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ABCE12D2-15D9-4B25-C028-C799F515F8D9}"/>
              </a:ext>
            </a:extLst>
          </p:cNvPr>
          <p:cNvSpPr txBox="1"/>
          <p:nvPr/>
        </p:nvSpPr>
        <p:spPr>
          <a:xfrm>
            <a:off x="7493000" y="1152525"/>
            <a:ext cx="30861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Time </a:t>
            </a:r>
            <a:r>
              <a:rPr lang="nb-NO" dirty="0" err="1"/>
              <a:t>left</a:t>
            </a:r>
            <a:r>
              <a:rPr lang="nb-NO" dirty="0"/>
              <a:t>: 5sek</a:t>
            </a:r>
          </a:p>
          <a:p>
            <a:endParaRPr lang="nb-NO" dirty="0"/>
          </a:p>
          <a:p>
            <a:r>
              <a:rPr lang="nb-NO" dirty="0" err="1"/>
              <a:t>Current</a:t>
            </a:r>
            <a:r>
              <a:rPr lang="nb-NO" dirty="0"/>
              <a:t> </a:t>
            </a:r>
            <a:r>
              <a:rPr lang="nb-NO" dirty="0" err="1"/>
              <a:t>points</a:t>
            </a:r>
            <a:r>
              <a:rPr lang="nb-NO" dirty="0"/>
              <a:t>: 2</a:t>
            </a:r>
          </a:p>
          <a:p>
            <a:endParaRPr lang="nb-NO" dirty="0"/>
          </a:p>
          <a:p>
            <a:r>
              <a:rPr lang="nb-NO" dirty="0" err="1"/>
              <a:t>Tries</a:t>
            </a:r>
            <a:r>
              <a:rPr lang="nb-NO" dirty="0"/>
              <a:t>: 50000000000</a:t>
            </a:r>
          </a:p>
          <a:p>
            <a:endParaRPr lang="nb-NO" dirty="0"/>
          </a:p>
          <a:p>
            <a:r>
              <a:rPr lang="nb-NO" sz="2400" u="sng" dirty="0" err="1"/>
              <a:t>Chosen</a:t>
            </a:r>
            <a:r>
              <a:rPr lang="nb-NO" sz="2400" u="sng" dirty="0"/>
              <a:t> </a:t>
            </a:r>
            <a:r>
              <a:rPr lang="nb-NO" sz="2400" u="sng" dirty="0" err="1"/>
              <a:t>option</a:t>
            </a:r>
            <a:endParaRPr lang="nb-NO" sz="2400" u="sng" dirty="0"/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5AD1885F-F5DE-A156-71A6-F29D71083252}"/>
              </a:ext>
            </a:extLst>
          </p:cNvPr>
          <p:cNvSpPr/>
          <p:nvPr/>
        </p:nvSpPr>
        <p:spPr>
          <a:xfrm>
            <a:off x="7553700" y="3232340"/>
            <a:ext cx="2867818" cy="2921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A77B8035-DCCA-ECAA-7B4E-A28C662E337A}"/>
              </a:ext>
            </a:extLst>
          </p:cNvPr>
          <p:cNvSpPr txBox="1"/>
          <p:nvPr/>
        </p:nvSpPr>
        <p:spPr>
          <a:xfrm>
            <a:off x="7626618" y="3193724"/>
            <a:ext cx="250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Option 4</a:t>
            </a:r>
          </a:p>
        </p:txBody>
      </p:sp>
      <p:sp>
        <p:nvSpPr>
          <p:cNvPr id="21" name="Rektangel: avrundede hjørner 20">
            <a:extLst>
              <a:ext uri="{FF2B5EF4-FFF2-40B4-BE49-F238E27FC236}">
                <a16:creationId xmlns:a16="http://schemas.microsoft.com/office/drawing/2014/main" id="{09D03589-CB96-51E6-562B-B3AF404B79A6}"/>
              </a:ext>
            </a:extLst>
          </p:cNvPr>
          <p:cNvSpPr/>
          <p:nvPr/>
        </p:nvSpPr>
        <p:spPr>
          <a:xfrm>
            <a:off x="7569468" y="3645090"/>
            <a:ext cx="1257300" cy="292100"/>
          </a:xfrm>
          <a:prstGeom prst="roundRect">
            <a:avLst/>
          </a:prstGeom>
          <a:solidFill>
            <a:srgbClr val="FFDC5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06D7D5E3-7E64-5CE9-EB7B-1B73E7442AC5}"/>
              </a:ext>
            </a:extLst>
          </p:cNvPr>
          <p:cNvSpPr txBox="1"/>
          <p:nvPr/>
        </p:nvSpPr>
        <p:spPr>
          <a:xfrm>
            <a:off x="7683768" y="3601077"/>
            <a:ext cx="1022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</a:t>
            </a:r>
            <a:endParaRPr lang="nb-N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kstSylinder 22">
            <a:extLst>
              <a:ext uri="{FF2B5EF4-FFF2-40B4-BE49-F238E27FC236}">
                <a16:creationId xmlns:a16="http://schemas.microsoft.com/office/drawing/2014/main" id="{231BE86B-05B9-5D29-A837-621DBF842694}"/>
              </a:ext>
            </a:extLst>
          </p:cNvPr>
          <p:cNvSpPr txBox="1"/>
          <p:nvPr/>
        </p:nvSpPr>
        <p:spPr>
          <a:xfrm>
            <a:off x="7683768" y="4070540"/>
            <a:ext cx="279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Result</a:t>
            </a:r>
            <a:r>
              <a:rPr lang="nb-NO" dirty="0"/>
              <a:t>: </a:t>
            </a:r>
            <a:r>
              <a:rPr lang="nb-NO" dirty="0" err="1">
                <a:highlight>
                  <a:srgbClr val="00FF00"/>
                </a:highlight>
              </a:rPr>
              <a:t>Correct</a:t>
            </a:r>
            <a:r>
              <a:rPr lang="nb-NO" dirty="0">
                <a:highlight>
                  <a:srgbClr val="00FF00"/>
                </a:highlight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5107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C6F1CB-0C9A-83ED-83C5-A8B2F3E9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nb-NO" dirty="0"/>
            </a:br>
            <a:r>
              <a:rPr lang="nb-NO" dirty="0"/>
              <a:t>Challenge 1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E4BDF14-BDC8-6C43-962F-20C8A417B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225"/>
            <a:ext cx="5099050" cy="1019175"/>
          </a:xfrm>
        </p:spPr>
        <p:txBody>
          <a:bodyPr>
            <a:normAutofit/>
          </a:bodyPr>
          <a:lstStyle/>
          <a:p>
            <a:r>
              <a:rPr lang="nb-NO" dirty="0" err="1"/>
              <a:t>Question</a:t>
            </a:r>
            <a:r>
              <a:rPr lang="nb-NO" dirty="0"/>
              <a:t> </a:t>
            </a:r>
            <a:r>
              <a:rPr lang="nb-NO" dirty="0" err="1"/>
              <a:t>blalalalalalallalalallalalallallal</a:t>
            </a:r>
            <a:endParaRPr lang="nb-NO" dirty="0"/>
          </a:p>
          <a:p>
            <a:endParaRPr lang="nb-NO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6A1AE19-5E32-0166-E6AD-1A1C6F108B7B}"/>
              </a:ext>
            </a:extLst>
          </p:cNvPr>
          <p:cNvSpPr/>
          <p:nvPr/>
        </p:nvSpPr>
        <p:spPr>
          <a:xfrm>
            <a:off x="0" y="-8767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4A7A983-5E8D-8F5C-6A33-D4CAD71F708E}"/>
              </a:ext>
            </a:extLst>
          </p:cNvPr>
          <p:cNvSpPr>
            <a:spLocks/>
          </p:cNvSpPr>
          <p:nvPr/>
        </p:nvSpPr>
        <p:spPr>
          <a:xfrm>
            <a:off x="189279" y="91409"/>
            <a:ext cx="552035" cy="52219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AA64D932-81AB-980A-0105-3FFA5D14DE72}"/>
              </a:ext>
            </a:extLst>
          </p:cNvPr>
          <p:cNvSpPr txBox="1"/>
          <p:nvPr/>
        </p:nvSpPr>
        <p:spPr>
          <a:xfrm>
            <a:off x="1035049" y="141068"/>
            <a:ext cx="1466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New game					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6515749E-AEF2-F135-9D2B-F7802D829915}"/>
              </a:ext>
            </a:extLst>
          </p:cNvPr>
          <p:cNvSpPr txBox="1"/>
          <p:nvPr/>
        </p:nvSpPr>
        <p:spPr>
          <a:xfrm>
            <a:off x="9483725" y="160119"/>
            <a:ext cx="97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Log in</a:t>
            </a:r>
          </a:p>
        </p:txBody>
      </p:sp>
      <p:sp>
        <p:nvSpPr>
          <p:cNvPr id="8" name="Rektangel: avrundede hjørner 7">
            <a:extLst>
              <a:ext uri="{FF2B5EF4-FFF2-40B4-BE49-F238E27FC236}">
                <a16:creationId xmlns:a16="http://schemas.microsoft.com/office/drawing/2014/main" id="{01573F93-B9EA-6117-19D0-D19E80EFA1FC}"/>
              </a:ext>
            </a:extLst>
          </p:cNvPr>
          <p:cNvSpPr/>
          <p:nvPr/>
        </p:nvSpPr>
        <p:spPr>
          <a:xfrm>
            <a:off x="10360025" y="112090"/>
            <a:ext cx="1190624" cy="47251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F9F4A3D9-EAAE-7203-96E3-2A82A2EEDD0C}"/>
              </a:ext>
            </a:extLst>
          </p:cNvPr>
          <p:cNvSpPr txBox="1"/>
          <p:nvPr/>
        </p:nvSpPr>
        <p:spPr>
          <a:xfrm>
            <a:off x="10455274" y="141068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Sign</a:t>
            </a:r>
            <a:r>
              <a:rPr lang="nb-NO" dirty="0"/>
              <a:t> up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7723424F-01FD-BB43-71CE-77C7EC18CB0B}"/>
              </a:ext>
            </a:extLst>
          </p:cNvPr>
          <p:cNvSpPr txBox="1"/>
          <p:nvPr/>
        </p:nvSpPr>
        <p:spPr>
          <a:xfrm>
            <a:off x="2501899" y="141068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Leaderboard</a:t>
            </a:r>
            <a:endParaRPr lang="nb-NO" dirty="0"/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FAE6DB30-30EE-663F-0FA0-4E4E8B59D435}"/>
              </a:ext>
            </a:extLst>
          </p:cNvPr>
          <p:cNvSpPr txBox="1"/>
          <p:nvPr/>
        </p:nvSpPr>
        <p:spPr>
          <a:xfrm>
            <a:off x="4222750" y="142438"/>
            <a:ext cx="160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Challenges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2907E32-5BA3-B88F-CD5E-A0766A24F09C}"/>
              </a:ext>
            </a:extLst>
          </p:cNvPr>
          <p:cNvSpPr txBox="1"/>
          <p:nvPr/>
        </p:nvSpPr>
        <p:spPr>
          <a:xfrm>
            <a:off x="5835651" y="156507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Profile</a:t>
            </a:r>
            <a:endParaRPr lang="nb-NO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66D9CD8-0FD9-02D5-BE40-D85C9BE06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53" y="141068"/>
            <a:ext cx="445054" cy="4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ktangel 16">
            <a:extLst>
              <a:ext uri="{FF2B5EF4-FFF2-40B4-BE49-F238E27FC236}">
                <a16:creationId xmlns:a16="http://schemas.microsoft.com/office/drawing/2014/main" id="{7E17372F-DB6E-0397-2161-1086832D9D85}"/>
              </a:ext>
            </a:extLst>
          </p:cNvPr>
          <p:cNvSpPr/>
          <p:nvPr/>
        </p:nvSpPr>
        <p:spPr>
          <a:xfrm>
            <a:off x="7199311" y="1001320"/>
            <a:ext cx="3756026" cy="4073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ABCE12D2-15D9-4B25-C028-C799F515F8D9}"/>
              </a:ext>
            </a:extLst>
          </p:cNvPr>
          <p:cNvSpPr txBox="1"/>
          <p:nvPr/>
        </p:nvSpPr>
        <p:spPr>
          <a:xfrm>
            <a:off x="7493000" y="1152525"/>
            <a:ext cx="30861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Time </a:t>
            </a:r>
            <a:r>
              <a:rPr lang="nb-NO" dirty="0" err="1"/>
              <a:t>left</a:t>
            </a:r>
            <a:r>
              <a:rPr lang="nb-NO" dirty="0"/>
              <a:t>: 5sek</a:t>
            </a:r>
          </a:p>
          <a:p>
            <a:endParaRPr lang="nb-NO" dirty="0"/>
          </a:p>
          <a:p>
            <a:r>
              <a:rPr lang="nb-NO" dirty="0" err="1"/>
              <a:t>Current</a:t>
            </a:r>
            <a:r>
              <a:rPr lang="nb-NO" dirty="0"/>
              <a:t> </a:t>
            </a:r>
            <a:r>
              <a:rPr lang="nb-NO" dirty="0" err="1"/>
              <a:t>points</a:t>
            </a:r>
            <a:r>
              <a:rPr lang="nb-NO" dirty="0"/>
              <a:t>: 2</a:t>
            </a:r>
          </a:p>
          <a:p>
            <a:endParaRPr lang="nb-NO" dirty="0"/>
          </a:p>
          <a:p>
            <a:r>
              <a:rPr lang="nb-NO" dirty="0" err="1"/>
              <a:t>Tries</a:t>
            </a:r>
            <a:r>
              <a:rPr lang="nb-NO" dirty="0"/>
              <a:t>: 50000000000</a:t>
            </a:r>
          </a:p>
          <a:p>
            <a:endParaRPr lang="nb-NO" dirty="0"/>
          </a:p>
          <a:p>
            <a:endParaRPr lang="nb-NO" sz="1400" u="sng" dirty="0"/>
          </a:p>
          <a:p>
            <a:endParaRPr lang="nb-NO" sz="1400" u="sng" dirty="0"/>
          </a:p>
          <a:p>
            <a:r>
              <a:rPr lang="nb-NO" sz="1400" u="sng" dirty="0"/>
              <a:t>Do </a:t>
            </a:r>
            <a:r>
              <a:rPr lang="nb-NO" sz="1400" u="sng" dirty="0" err="1"/>
              <a:t>you</a:t>
            </a:r>
            <a:r>
              <a:rPr lang="nb-NO" sz="1400" u="sng" dirty="0"/>
              <a:t> </a:t>
            </a:r>
            <a:r>
              <a:rPr lang="nb-NO" sz="1400" u="sng" dirty="0" err="1"/>
              <a:t>want</a:t>
            </a:r>
            <a:r>
              <a:rPr lang="nb-NO" sz="1400" u="sng" dirty="0"/>
              <a:t> to </a:t>
            </a:r>
            <a:r>
              <a:rPr lang="nb-NO" sz="1400" u="sng" dirty="0" err="1"/>
              <a:t>submit</a:t>
            </a:r>
            <a:r>
              <a:rPr lang="nb-NO" sz="1400" u="sng" dirty="0"/>
              <a:t> </a:t>
            </a:r>
            <a:r>
              <a:rPr lang="nb-NO" sz="1400" u="sng" dirty="0" err="1"/>
              <a:t>your</a:t>
            </a:r>
            <a:r>
              <a:rPr lang="nb-NO" sz="1400" u="sng" dirty="0"/>
              <a:t> </a:t>
            </a:r>
            <a:r>
              <a:rPr lang="nb-NO" sz="1400" u="sng" dirty="0" err="1"/>
              <a:t>code</a:t>
            </a:r>
            <a:r>
              <a:rPr lang="nb-NO" sz="1400" u="sng" dirty="0"/>
              <a:t>?</a:t>
            </a:r>
          </a:p>
        </p:txBody>
      </p:sp>
      <p:sp>
        <p:nvSpPr>
          <p:cNvPr id="21" name="Rektangel: avrundede hjørner 20">
            <a:extLst>
              <a:ext uri="{FF2B5EF4-FFF2-40B4-BE49-F238E27FC236}">
                <a16:creationId xmlns:a16="http://schemas.microsoft.com/office/drawing/2014/main" id="{09D03589-CB96-51E6-562B-B3AF404B79A6}"/>
              </a:ext>
            </a:extLst>
          </p:cNvPr>
          <p:cNvSpPr/>
          <p:nvPr/>
        </p:nvSpPr>
        <p:spPr>
          <a:xfrm>
            <a:off x="7569468" y="3645090"/>
            <a:ext cx="1257300" cy="292100"/>
          </a:xfrm>
          <a:prstGeom prst="roundRect">
            <a:avLst/>
          </a:prstGeom>
          <a:solidFill>
            <a:srgbClr val="FFDC5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06D7D5E3-7E64-5CE9-EB7B-1B73E7442AC5}"/>
              </a:ext>
            </a:extLst>
          </p:cNvPr>
          <p:cNvSpPr txBox="1"/>
          <p:nvPr/>
        </p:nvSpPr>
        <p:spPr>
          <a:xfrm>
            <a:off x="7683768" y="3601077"/>
            <a:ext cx="1022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</a:t>
            </a:r>
            <a:endParaRPr lang="nb-N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kstSylinder 22">
            <a:extLst>
              <a:ext uri="{FF2B5EF4-FFF2-40B4-BE49-F238E27FC236}">
                <a16:creationId xmlns:a16="http://schemas.microsoft.com/office/drawing/2014/main" id="{231BE86B-05B9-5D29-A837-621DBF842694}"/>
              </a:ext>
            </a:extLst>
          </p:cNvPr>
          <p:cNvSpPr txBox="1"/>
          <p:nvPr/>
        </p:nvSpPr>
        <p:spPr>
          <a:xfrm>
            <a:off x="7683768" y="4070540"/>
            <a:ext cx="279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Result</a:t>
            </a:r>
            <a:r>
              <a:rPr lang="nb-NO" dirty="0"/>
              <a:t>: </a:t>
            </a:r>
            <a:r>
              <a:rPr lang="nb-NO" dirty="0" err="1">
                <a:highlight>
                  <a:srgbClr val="00FF00"/>
                </a:highlight>
              </a:rPr>
              <a:t>Correct</a:t>
            </a:r>
            <a:r>
              <a:rPr lang="nb-NO" dirty="0">
                <a:highlight>
                  <a:srgbClr val="00FF00"/>
                </a:highlight>
              </a:rPr>
              <a:t>!</a:t>
            </a:r>
          </a:p>
        </p:txBody>
      </p:sp>
      <p:sp>
        <p:nvSpPr>
          <p:cNvPr id="14" name="Rektangel: avrundede hjørner 13">
            <a:extLst>
              <a:ext uri="{FF2B5EF4-FFF2-40B4-BE49-F238E27FC236}">
                <a16:creationId xmlns:a16="http://schemas.microsoft.com/office/drawing/2014/main" id="{D0F577F3-B86E-6821-FFC9-31B94524ADF4}"/>
              </a:ext>
            </a:extLst>
          </p:cNvPr>
          <p:cNvSpPr/>
          <p:nvPr/>
        </p:nvSpPr>
        <p:spPr>
          <a:xfrm>
            <a:off x="992210" y="2762519"/>
            <a:ext cx="4791030" cy="36060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Code </a:t>
            </a:r>
            <a:r>
              <a:rPr lang="nb-NO" dirty="0" err="1"/>
              <a:t>blalalblablalblalbllb</a:t>
            </a:r>
            <a:endParaRPr lang="nb-NO" dirty="0"/>
          </a:p>
          <a:p>
            <a:pPr algn="ctr"/>
            <a:endParaRPr lang="nb-NO" dirty="0"/>
          </a:p>
          <a:p>
            <a:pPr algn="ctr"/>
            <a:endParaRPr lang="nb-NO" dirty="0"/>
          </a:p>
          <a:p>
            <a:pPr algn="ctr"/>
            <a:r>
              <a:rPr lang="nb-NO" dirty="0"/>
              <a:t>Python </a:t>
            </a:r>
            <a:r>
              <a:rPr lang="nb-NO" dirty="0" err="1"/>
              <a:t>interperter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08236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565798A-4567-8AA7-4182-F51DE6CF7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pPr algn="ctr"/>
            <a:r>
              <a:rPr lang="nb-NO" dirty="0" err="1"/>
              <a:t>Leaderboard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0592197-880D-44A3-746B-AB41E30CD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675" y="1685925"/>
            <a:ext cx="5454650" cy="4351338"/>
          </a:xfrm>
          <a:solidFill>
            <a:srgbClr val="156082"/>
          </a:solidFill>
        </p:spPr>
        <p:txBody>
          <a:bodyPr/>
          <a:lstStyle/>
          <a:p>
            <a:pPr marL="514350" indent="-514350" algn="ctr">
              <a:buFont typeface="+mj-lt"/>
              <a:buAutoNum type="arabicPeriod"/>
            </a:pPr>
            <a:r>
              <a:rPr lang="nb-NO" dirty="0"/>
              <a:t>Jørund		points:6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nb-NO" dirty="0"/>
              <a:t>Markus		points:5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nb-NO" dirty="0"/>
              <a:t>Eirik		points:4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nb-NO" dirty="0"/>
              <a:t>Marius		points:3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nb-NO" dirty="0"/>
              <a:t>Nikolai		</a:t>
            </a:r>
            <a:r>
              <a:rPr lang="nb-NO" dirty="0" err="1"/>
              <a:t>points</a:t>
            </a:r>
            <a:r>
              <a:rPr lang="nb-NO" dirty="0"/>
              <a:t>: 0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A5363DE-CCE3-F632-355B-F3B70AF8FAE0}"/>
              </a:ext>
            </a:extLst>
          </p:cNvPr>
          <p:cNvSpPr/>
          <p:nvPr/>
        </p:nvSpPr>
        <p:spPr>
          <a:xfrm>
            <a:off x="0" y="-8767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980AD31-AB1A-6DEE-A40F-06C93D6C6FBB}"/>
              </a:ext>
            </a:extLst>
          </p:cNvPr>
          <p:cNvSpPr>
            <a:spLocks/>
          </p:cNvSpPr>
          <p:nvPr/>
        </p:nvSpPr>
        <p:spPr>
          <a:xfrm>
            <a:off x="189279" y="91409"/>
            <a:ext cx="552035" cy="52219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F1DD80CD-76F9-A105-8BBE-66886A863967}"/>
              </a:ext>
            </a:extLst>
          </p:cNvPr>
          <p:cNvSpPr txBox="1"/>
          <p:nvPr/>
        </p:nvSpPr>
        <p:spPr>
          <a:xfrm>
            <a:off x="1035049" y="141068"/>
            <a:ext cx="1466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New game					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7598127B-BEC6-76C5-9374-0A312B9AE924}"/>
              </a:ext>
            </a:extLst>
          </p:cNvPr>
          <p:cNvSpPr txBox="1"/>
          <p:nvPr/>
        </p:nvSpPr>
        <p:spPr>
          <a:xfrm>
            <a:off x="9483725" y="160119"/>
            <a:ext cx="97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Log in</a:t>
            </a:r>
          </a:p>
        </p:txBody>
      </p:sp>
      <p:sp>
        <p:nvSpPr>
          <p:cNvPr id="8" name="Rektangel: avrundede hjørner 7">
            <a:extLst>
              <a:ext uri="{FF2B5EF4-FFF2-40B4-BE49-F238E27FC236}">
                <a16:creationId xmlns:a16="http://schemas.microsoft.com/office/drawing/2014/main" id="{DCF482CE-2605-645F-A430-391B23D3D87C}"/>
              </a:ext>
            </a:extLst>
          </p:cNvPr>
          <p:cNvSpPr/>
          <p:nvPr/>
        </p:nvSpPr>
        <p:spPr>
          <a:xfrm>
            <a:off x="10360025" y="112090"/>
            <a:ext cx="1190624" cy="47251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1FEE6683-36C8-43E4-E3DA-D25AD6B2366A}"/>
              </a:ext>
            </a:extLst>
          </p:cNvPr>
          <p:cNvSpPr txBox="1"/>
          <p:nvPr/>
        </p:nvSpPr>
        <p:spPr>
          <a:xfrm>
            <a:off x="10460039" y="141068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Sign</a:t>
            </a:r>
            <a:r>
              <a:rPr lang="nb-NO" dirty="0"/>
              <a:t> up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49F5DDE0-A166-16D2-C2EE-DFA2685C1886}"/>
              </a:ext>
            </a:extLst>
          </p:cNvPr>
          <p:cNvSpPr txBox="1"/>
          <p:nvPr/>
        </p:nvSpPr>
        <p:spPr>
          <a:xfrm>
            <a:off x="2501899" y="141068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Leaderboard</a:t>
            </a:r>
            <a:endParaRPr lang="nb-NO" dirty="0"/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9543BA09-EE28-21E5-2350-2C089ED7E1FE}"/>
              </a:ext>
            </a:extLst>
          </p:cNvPr>
          <p:cNvSpPr txBox="1"/>
          <p:nvPr/>
        </p:nvSpPr>
        <p:spPr>
          <a:xfrm>
            <a:off x="4222750" y="142438"/>
            <a:ext cx="160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Challenges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81F7A2F5-0A90-DCB2-B347-87FB2ABDA814}"/>
              </a:ext>
            </a:extLst>
          </p:cNvPr>
          <p:cNvSpPr txBox="1"/>
          <p:nvPr/>
        </p:nvSpPr>
        <p:spPr>
          <a:xfrm>
            <a:off x="5835651" y="156507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Profile</a:t>
            </a:r>
            <a:endParaRPr lang="nb-NO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6F5F7E3C-8F57-2053-6948-E7A0C43CF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53" y="141068"/>
            <a:ext cx="445054" cy="4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ktangel 13">
            <a:extLst>
              <a:ext uri="{FF2B5EF4-FFF2-40B4-BE49-F238E27FC236}">
                <a16:creationId xmlns:a16="http://schemas.microsoft.com/office/drawing/2014/main" id="{0F631E1B-A193-E6B1-C497-5BD48F680BAB}"/>
              </a:ext>
            </a:extLst>
          </p:cNvPr>
          <p:cNvSpPr/>
          <p:nvPr/>
        </p:nvSpPr>
        <p:spPr>
          <a:xfrm>
            <a:off x="3538537" y="4833558"/>
            <a:ext cx="1117600" cy="6238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Filter by:</a:t>
            </a:r>
          </a:p>
          <a:p>
            <a:pPr algn="ctr"/>
            <a:r>
              <a:rPr lang="nb-NO" dirty="0" err="1">
                <a:solidFill>
                  <a:schemeClr val="tx1"/>
                </a:solidFill>
              </a:rPr>
              <a:t>points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0B976DB0-5282-22C1-6C66-CFB0F9D74CB4}"/>
              </a:ext>
            </a:extLst>
          </p:cNvPr>
          <p:cNvSpPr/>
          <p:nvPr/>
        </p:nvSpPr>
        <p:spPr>
          <a:xfrm>
            <a:off x="3538537" y="5599148"/>
            <a:ext cx="2428876" cy="311944"/>
          </a:xfrm>
          <a:prstGeom prst="rect">
            <a:avLst/>
          </a:prstGeom>
          <a:solidFill>
            <a:srgbClr val="1048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dirty="0" err="1">
                <a:solidFill>
                  <a:schemeClr val="tx1"/>
                </a:solidFill>
              </a:rPr>
              <a:t>Search</a:t>
            </a:r>
            <a:r>
              <a:rPr lang="nb-NO" dirty="0">
                <a:solidFill>
                  <a:schemeClr val="tx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1023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A8715D-4627-D916-AB01-D50B7966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032"/>
            <a:ext cx="10515600" cy="725395"/>
          </a:xfrm>
        </p:spPr>
        <p:txBody>
          <a:bodyPr/>
          <a:lstStyle/>
          <a:p>
            <a:r>
              <a:rPr lang="nb-NO" dirty="0" err="1"/>
              <a:t>Profile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8916940-5277-FEF0-D46D-2AC2A80C4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950" y="1653427"/>
            <a:ext cx="10515600" cy="2105025"/>
          </a:xfrm>
        </p:spPr>
        <p:txBody>
          <a:bodyPr/>
          <a:lstStyle/>
          <a:p>
            <a:r>
              <a:rPr lang="nb-NO" dirty="0"/>
              <a:t>Markus</a:t>
            </a:r>
          </a:p>
          <a:p>
            <a:r>
              <a:rPr lang="nb-NO" dirty="0"/>
              <a:t>Games </a:t>
            </a:r>
            <a:r>
              <a:rPr lang="nb-NO" dirty="0" err="1"/>
              <a:t>completed</a:t>
            </a:r>
            <a:r>
              <a:rPr lang="nb-NO" dirty="0"/>
              <a:t>: 1</a:t>
            </a:r>
          </a:p>
          <a:p>
            <a:r>
              <a:rPr lang="nb-NO" dirty="0" err="1"/>
              <a:t>Leaderboard</a:t>
            </a:r>
            <a:r>
              <a:rPr lang="nb-NO" dirty="0"/>
              <a:t> rank: 1</a:t>
            </a:r>
          </a:p>
          <a:p>
            <a:r>
              <a:rPr lang="nb-NO" dirty="0"/>
              <a:t>Points: 5</a:t>
            </a:r>
          </a:p>
          <a:p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2289FCD-3FC4-C2D7-558F-0A018A4C0BD6}"/>
              </a:ext>
            </a:extLst>
          </p:cNvPr>
          <p:cNvSpPr/>
          <p:nvPr/>
        </p:nvSpPr>
        <p:spPr>
          <a:xfrm>
            <a:off x="0" y="-8767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50D32A2-52CC-4C90-F588-C43255C0CBD0}"/>
              </a:ext>
            </a:extLst>
          </p:cNvPr>
          <p:cNvSpPr>
            <a:spLocks/>
          </p:cNvSpPr>
          <p:nvPr/>
        </p:nvSpPr>
        <p:spPr>
          <a:xfrm>
            <a:off x="189279" y="91409"/>
            <a:ext cx="552035" cy="52219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70D96370-272B-BDD7-C5B4-9D72971F3F2A}"/>
              </a:ext>
            </a:extLst>
          </p:cNvPr>
          <p:cNvSpPr txBox="1"/>
          <p:nvPr/>
        </p:nvSpPr>
        <p:spPr>
          <a:xfrm>
            <a:off x="1035049" y="141068"/>
            <a:ext cx="1466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New game					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D65A9103-6179-FDC2-735B-056C1F7C3904}"/>
              </a:ext>
            </a:extLst>
          </p:cNvPr>
          <p:cNvSpPr txBox="1"/>
          <p:nvPr/>
        </p:nvSpPr>
        <p:spPr>
          <a:xfrm>
            <a:off x="9682214" y="161204"/>
            <a:ext cx="97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Markus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98811F6B-4FE2-5761-2A50-24C55AE3DCA9}"/>
              </a:ext>
            </a:extLst>
          </p:cNvPr>
          <p:cNvSpPr txBox="1"/>
          <p:nvPr/>
        </p:nvSpPr>
        <p:spPr>
          <a:xfrm>
            <a:off x="2501899" y="141068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Leaderboard</a:t>
            </a:r>
            <a:endParaRPr lang="nb-NO" dirty="0"/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E2096C9C-DDE3-8935-6FC9-2A881E4229A8}"/>
              </a:ext>
            </a:extLst>
          </p:cNvPr>
          <p:cNvSpPr txBox="1"/>
          <p:nvPr/>
        </p:nvSpPr>
        <p:spPr>
          <a:xfrm>
            <a:off x="4222750" y="142438"/>
            <a:ext cx="160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Challenges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B3FAC900-8C2B-E974-128D-ECC3988DDBFD}"/>
              </a:ext>
            </a:extLst>
          </p:cNvPr>
          <p:cNvSpPr txBox="1"/>
          <p:nvPr/>
        </p:nvSpPr>
        <p:spPr>
          <a:xfrm>
            <a:off x="5835651" y="156507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Profile</a:t>
            </a:r>
            <a:endParaRPr lang="nb-NO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9A33539-CD9F-96F8-C229-11D17F0CE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53" y="141068"/>
            <a:ext cx="445054" cy="4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Bilde 14" descr="Et bilde som inneholder pattedyr, katt, huskatt, Små til mellomstore katter&#10;&#10;Automatisk generert beskrivelse">
            <a:extLst>
              <a:ext uri="{FF2B5EF4-FFF2-40B4-BE49-F238E27FC236}">
                <a16:creationId xmlns:a16="http://schemas.microsoft.com/office/drawing/2014/main" id="{5D802DC3-5002-BAD1-A8C3-9769F2F76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50" y="1723929"/>
            <a:ext cx="1957536" cy="1843519"/>
          </a:xfrm>
          <a:prstGeom prst="rect">
            <a:avLst/>
          </a:prstGeom>
        </p:spPr>
      </p:pic>
      <p:sp>
        <p:nvSpPr>
          <p:cNvPr id="17" name="Rektangel: avrundede hjørner 16">
            <a:extLst>
              <a:ext uri="{FF2B5EF4-FFF2-40B4-BE49-F238E27FC236}">
                <a16:creationId xmlns:a16="http://schemas.microsoft.com/office/drawing/2014/main" id="{D88E8D4F-C60A-0AD1-5D6A-3D2C2D320DB5}"/>
              </a:ext>
            </a:extLst>
          </p:cNvPr>
          <p:cNvSpPr/>
          <p:nvPr/>
        </p:nvSpPr>
        <p:spPr>
          <a:xfrm>
            <a:off x="10812097" y="110947"/>
            <a:ext cx="1190624" cy="47251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B43A9D27-5CD8-59F1-43C3-48500A293D58}"/>
              </a:ext>
            </a:extLst>
          </p:cNvPr>
          <p:cNvSpPr txBox="1"/>
          <p:nvPr/>
        </p:nvSpPr>
        <p:spPr>
          <a:xfrm>
            <a:off x="10907346" y="139925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Log </a:t>
            </a:r>
            <a:r>
              <a:rPr lang="nb-NO" dirty="0" err="1"/>
              <a:t>out</a:t>
            </a:r>
            <a:endParaRPr lang="nb-NO" dirty="0"/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AE4CAF99-9241-8E53-A70C-C5307FE874B9}"/>
              </a:ext>
            </a:extLst>
          </p:cNvPr>
          <p:cNvSpPr txBox="1"/>
          <p:nvPr/>
        </p:nvSpPr>
        <p:spPr>
          <a:xfrm>
            <a:off x="838200" y="4546015"/>
            <a:ext cx="209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u="sng" dirty="0" err="1">
                <a:solidFill>
                  <a:srgbClr val="FF0000"/>
                </a:solidFill>
              </a:rPr>
              <a:t>Delete</a:t>
            </a:r>
            <a:r>
              <a:rPr lang="nb-NO" u="sng" dirty="0">
                <a:solidFill>
                  <a:srgbClr val="FF0000"/>
                </a:solidFill>
              </a:rPr>
              <a:t> my </a:t>
            </a:r>
            <a:r>
              <a:rPr lang="nb-NO" u="sng" dirty="0" err="1">
                <a:solidFill>
                  <a:srgbClr val="FF0000"/>
                </a:solidFill>
              </a:rPr>
              <a:t>account</a:t>
            </a:r>
            <a:endParaRPr lang="nb-NO" u="sng" dirty="0">
              <a:solidFill>
                <a:srgbClr val="FF0000"/>
              </a:solidFill>
            </a:endParaRPr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9B834270-DC18-CD5E-F8B4-087A6BB58E16}"/>
              </a:ext>
            </a:extLst>
          </p:cNvPr>
          <p:cNvSpPr txBox="1"/>
          <p:nvPr/>
        </p:nvSpPr>
        <p:spPr>
          <a:xfrm>
            <a:off x="875762" y="3642210"/>
            <a:ext cx="178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u="sng" dirty="0" err="1"/>
              <a:t>Upload</a:t>
            </a:r>
            <a:r>
              <a:rPr lang="nb-NO" u="sng" dirty="0"/>
              <a:t> </a:t>
            </a:r>
            <a:r>
              <a:rPr lang="nb-NO" u="sng" dirty="0" err="1"/>
              <a:t>picture</a:t>
            </a:r>
            <a:endParaRPr lang="nb-NO" u="sng" dirty="0"/>
          </a:p>
        </p:txBody>
      </p:sp>
    </p:spTree>
    <p:extLst>
      <p:ext uri="{BB962C8B-B14F-4D97-AF65-F5344CB8AC3E}">
        <p14:creationId xmlns:p14="http://schemas.microsoft.com/office/powerpoint/2010/main" val="382218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FDD1A7-FDDC-17C0-B1B1-7B9C6B7F0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0532"/>
            <a:ext cx="10515600" cy="787400"/>
          </a:xfrm>
        </p:spPr>
        <p:txBody>
          <a:bodyPr/>
          <a:lstStyle/>
          <a:p>
            <a:pPr algn="ctr"/>
            <a:r>
              <a:rPr lang="nb-NO" dirty="0" err="1"/>
              <a:t>Welcome</a:t>
            </a:r>
            <a:r>
              <a:rPr lang="nb-NO" dirty="0"/>
              <a:t>!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0FA3CF8-A1A5-BCD8-155D-ED0DCD15D75C}"/>
              </a:ext>
            </a:extLst>
          </p:cNvPr>
          <p:cNvSpPr/>
          <p:nvPr/>
        </p:nvSpPr>
        <p:spPr>
          <a:xfrm>
            <a:off x="0" y="-8767"/>
            <a:ext cx="12192000" cy="787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A2A1FAA-7E23-94A8-9CE2-D5351D61F000}"/>
              </a:ext>
            </a:extLst>
          </p:cNvPr>
          <p:cNvSpPr>
            <a:spLocks/>
          </p:cNvSpPr>
          <p:nvPr/>
        </p:nvSpPr>
        <p:spPr>
          <a:xfrm>
            <a:off x="189279" y="91409"/>
            <a:ext cx="552035" cy="52219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F74C8E96-A5BD-A2A0-2248-121127A4D6CF}"/>
              </a:ext>
            </a:extLst>
          </p:cNvPr>
          <p:cNvSpPr txBox="1"/>
          <p:nvPr/>
        </p:nvSpPr>
        <p:spPr>
          <a:xfrm>
            <a:off x="1035049" y="141068"/>
            <a:ext cx="1466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New game					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F441C0F5-937E-AD7B-8514-0DCCABD75213}"/>
              </a:ext>
            </a:extLst>
          </p:cNvPr>
          <p:cNvSpPr txBox="1"/>
          <p:nvPr/>
        </p:nvSpPr>
        <p:spPr>
          <a:xfrm>
            <a:off x="2501899" y="141068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Leaderboard</a:t>
            </a:r>
            <a:endParaRPr lang="nb-NO" dirty="0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FD614367-F8AB-248D-FC2F-D6CE2FCD0411}"/>
              </a:ext>
            </a:extLst>
          </p:cNvPr>
          <p:cNvSpPr txBox="1"/>
          <p:nvPr/>
        </p:nvSpPr>
        <p:spPr>
          <a:xfrm>
            <a:off x="4222750" y="142438"/>
            <a:ext cx="160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Challenges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6FD620A-259C-4A8F-6881-04D673A63750}"/>
              </a:ext>
            </a:extLst>
          </p:cNvPr>
          <p:cNvSpPr txBox="1"/>
          <p:nvPr/>
        </p:nvSpPr>
        <p:spPr>
          <a:xfrm>
            <a:off x="5835651" y="156507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Profile</a:t>
            </a:r>
            <a:endParaRPr lang="nb-NO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FFD2D2F-4965-3413-F69E-ED19D0330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53" y="141068"/>
            <a:ext cx="445054" cy="4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C311E15B-04B1-642D-FD24-768EF6CA153E}"/>
              </a:ext>
            </a:extLst>
          </p:cNvPr>
          <p:cNvSpPr/>
          <p:nvPr/>
        </p:nvSpPr>
        <p:spPr>
          <a:xfrm>
            <a:off x="3940935" y="2125014"/>
            <a:ext cx="4275786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600" dirty="0">
                <a:solidFill>
                  <a:schemeClr val="tx1"/>
                </a:solidFill>
              </a:rPr>
              <a:t>myemail@gmail.com</a:t>
            </a:r>
          </a:p>
        </p:txBody>
      </p:sp>
      <p:sp>
        <p:nvSpPr>
          <p:cNvPr id="12" name="Rektangel: avrundede hjørner 11">
            <a:extLst>
              <a:ext uri="{FF2B5EF4-FFF2-40B4-BE49-F238E27FC236}">
                <a16:creationId xmlns:a16="http://schemas.microsoft.com/office/drawing/2014/main" id="{467E5315-C96F-EFF4-4EE9-E38340E2135D}"/>
              </a:ext>
            </a:extLst>
          </p:cNvPr>
          <p:cNvSpPr/>
          <p:nvPr/>
        </p:nvSpPr>
        <p:spPr>
          <a:xfrm>
            <a:off x="3940935" y="2829059"/>
            <a:ext cx="4275786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b-NO" sz="1600" dirty="0">
                <a:solidFill>
                  <a:schemeClr val="tx1"/>
                </a:solidFill>
              </a:rPr>
              <a:t>**********</a:t>
            </a:r>
          </a:p>
        </p:txBody>
      </p:sp>
      <p:sp>
        <p:nvSpPr>
          <p:cNvPr id="13" name="Rektangel: avrundede hjørner 12">
            <a:extLst>
              <a:ext uri="{FF2B5EF4-FFF2-40B4-BE49-F238E27FC236}">
                <a16:creationId xmlns:a16="http://schemas.microsoft.com/office/drawing/2014/main" id="{FD0263FF-7A3E-DB1D-0CDA-1A9F9FCC0A03}"/>
              </a:ext>
            </a:extLst>
          </p:cNvPr>
          <p:cNvSpPr/>
          <p:nvPr/>
        </p:nvSpPr>
        <p:spPr>
          <a:xfrm>
            <a:off x="5231281" y="3571742"/>
            <a:ext cx="172943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600" dirty="0">
                <a:solidFill>
                  <a:schemeClr val="tx1"/>
                </a:solidFill>
              </a:rPr>
              <a:t>Log in</a:t>
            </a:r>
          </a:p>
        </p:txBody>
      </p:sp>
    </p:spTree>
    <p:extLst>
      <p:ext uri="{BB962C8B-B14F-4D97-AF65-F5344CB8AC3E}">
        <p14:creationId xmlns:p14="http://schemas.microsoft.com/office/powerpoint/2010/main" val="320624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CD19ACF-B501-18EA-5E6C-E973BE79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does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application</a:t>
            </a:r>
            <a:r>
              <a:rPr lang="nb-NO" dirty="0"/>
              <a:t> do?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968D33C-F1C5-1098-9DC9-9DF4E2C00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Simple </a:t>
            </a:r>
            <a:r>
              <a:rPr lang="nb-NO" dirty="0" err="1"/>
              <a:t>python</a:t>
            </a:r>
            <a:r>
              <a:rPr lang="nb-NO" dirty="0"/>
              <a:t> tester</a:t>
            </a:r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Python </a:t>
            </a:r>
            <a:r>
              <a:rPr lang="nb-NO" dirty="0" err="1"/>
              <a:t>interperter</a:t>
            </a:r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4284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7BAB323-2E8D-33AD-8685-1D52220B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What</a:t>
            </a:r>
            <a:r>
              <a:rPr lang="nb-NO" dirty="0"/>
              <a:t> data </a:t>
            </a:r>
            <a:r>
              <a:rPr lang="nb-NO" dirty="0" err="1"/>
              <a:t>us</a:t>
            </a:r>
            <a:r>
              <a:rPr lang="nb-NO" dirty="0"/>
              <a:t> </a:t>
            </a:r>
            <a:r>
              <a:rPr lang="nb-NO" dirty="0" err="1"/>
              <a:t>sitred</a:t>
            </a:r>
            <a:r>
              <a:rPr lang="nb-NO" dirty="0"/>
              <a:t> ub files/database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E5DC1C1-5703-DCD1-0DF7-B090038CB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Stored</a:t>
            </a:r>
            <a:r>
              <a:rPr lang="nb-NO" dirty="0"/>
              <a:t> in </a:t>
            </a:r>
            <a:r>
              <a:rPr lang="nb-NO" dirty="0" err="1"/>
              <a:t>json</a:t>
            </a:r>
            <a:endParaRPr lang="nb-NO" dirty="0"/>
          </a:p>
          <a:p>
            <a:r>
              <a:rPr lang="nb-NO" dirty="0" err="1"/>
              <a:t>Username</a:t>
            </a:r>
            <a:r>
              <a:rPr lang="nb-NO" dirty="0"/>
              <a:t>, </a:t>
            </a:r>
            <a:r>
              <a:rPr lang="nb-NO" dirty="0" err="1"/>
              <a:t>password</a:t>
            </a:r>
            <a:r>
              <a:rPr lang="nb-NO" dirty="0"/>
              <a:t>, </a:t>
            </a:r>
            <a:r>
              <a:rPr lang="nb-NO" dirty="0" err="1"/>
              <a:t>points</a:t>
            </a:r>
            <a:r>
              <a:rPr lang="nb-NO" dirty="0"/>
              <a:t>, </a:t>
            </a:r>
            <a:r>
              <a:rPr lang="nb-NO" dirty="0" err="1"/>
              <a:t>Leaderboard</a:t>
            </a:r>
            <a:r>
              <a:rPr lang="nb-NO" dirty="0"/>
              <a:t> rank, Games </a:t>
            </a:r>
            <a:r>
              <a:rPr lang="nb-NO" dirty="0" err="1"/>
              <a:t>completed</a:t>
            </a:r>
            <a:r>
              <a:rPr lang="nb-NO" dirty="0"/>
              <a:t>, </a:t>
            </a:r>
            <a:r>
              <a:rPr lang="nb-NO" dirty="0" err="1"/>
              <a:t>profile</a:t>
            </a:r>
            <a:r>
              <a:rPr lang="nb-NO" dirty="0"/>
              <a:t> </a:t>
            </a:r>
            <a:r>
              <a:rPr lang="nb-NO" dirty="0" err="1"/>
              <a:t>picture</a:t>
            </a:r>
            <a:r>
              <a:rPr lang="nb-NO" dirty="0"/>
              <a:t>.</a:t>
            </a:r>
          </a:p>
          <a:p>
            <a:r>
              <a:rPr lang="nb-NO" dirty="0" err="1"/>
              <a:t>Can</a:t>
            </a:r>
            <a:r>
              <a:rPr lang="nb-NO" dirty="0"/>
              <a:t> be </a:t>
            </a:r>
            <a:r>
              <a:rPr lang="nb-NO" dirty="0" err="1"/>
              <a:t>able</a:t>
            </a:r>
            <a:r>
              <a:rPr lang="nb-NO" dirty="0"/>
              <a:t> to </a:t>
            </a:r>
            <a:r>
              <a:rPr lang="nb-NO" dirty="0" err="1"/>
              <a:t>delete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0124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134BAEF-DA7D-0345-706C-012DA38B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190FB8A8-E047-3A7B-F112-8D5B82C58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433" y="365125"/>
            <a:ext cx="10511673" cy="6176963"/>
          </a:xfrm>
        </p:spPr>
      </p:pic>
    </p:spTree>
    <p:extLst>
      <p:ext uri="{BB962C8B-B14F-4D97-AF65-F5344CB8AC3E}">
        <p14:creationId xmlns:p14="http://schemas.microsoft.com/office/powerpoint/2010/main" val="3227297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gendefinert 1">
      <a:dk1>
        <a:srgbClr val="FFFFFF"/>
      </a:dk1>
      <a:lt1>
        <a:srgbClr val="3886D4"/>
      </a:lt1>
      <a:dk2>
        <a:srgbClr val="FFFFFF"/>
      </a:dk2>
      <a:lt2>
        <a:srgbClr val="156082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298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Office-tema</vt:lpstr>
      <vt:lpstr>Learn python nettside</vt:lpstr>
      <vt:lpstr>Learn python today!</vt:lpstr>
      <vt:lpstr> Challenge 1</vt:lpstr>
      <vt:lpstr> Challenge 1</vt:lpstr>
      <vt:lpstr>Leaderboard</vt:lpstr>
      <vt:lpstr>Profile</vt:lpstr>
      <vt:lpstr>Welcome!</vt:lpstr>
      <vt:lpstr>What does the application do?</vt:lpstr>
      <vt:lpstr>What data us sitred ub files/database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python nettside</dc:title>
  <dc:creator>Markus Solgård</dc:creator>
  <cp:lastModifiedBy>Markus Solgård</cp:lastModifiedBy>
  <cp:revision>1</cp:revision>
  <dcterms:created xsi:type="dcterms:W3CDTF">2024-04-21T16:10:00Z</dcterms:created>
  <dcterms:modified xsi:type="dcterms:W3CDTF">2024-04-21T18:44:46Z</dcterms:modified>
</cp:coreProperties>
</file>